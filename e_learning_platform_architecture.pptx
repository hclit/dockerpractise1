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9" r:id="rId4"/>
    <p:sldId id="259" r:id="rId5"/>
    <p:sldId id="270" r:id="rId6"/>
    <p:sldId id="260" r:id="rId7"/>
    <p:sldId id="271" r:id="rId8"/>
    <p:sldId id="261" r:id="rId9"/>
    <p:sldId id="262" r:id="rId10"/>
    <p:sldId id="272" r:id="rId11"/>
    <p:sldId id="263" r:id="rId12"/>
    <p:sldId id="264" r:id="rId13"/>
    <p:sldId id="265" r:id="rId14"/>
    <p:sldId id="266" r:id="rId15"/>
    <p:sldId id="267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E-Learning Platform - Microservices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System Design, Architecture, and Deployment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E-Learning Platform is a scalable, microservices-based solution for schools.</a:t>
            </a:r>
          </a:p>
          <a:p>
            <a:r>
              <a:rPr dirty="0"/>
              <a:t>It supports:</a:t>
            </a:r>
          </a:p>
          <a:p>
            <a:r>
              <a:rPr dirty="0"/>
              <a:t>- Role-based access control (Admin, Teacher, Student)</a:t>
            </a:r>
          </a:p>
          <a:p>
            <a:r>
              <a:rPr dirty="0"/>
              <a:t>- Content storage and retrieval</a:t>
            </a:r>
          </a:p>
          <a:p>
            <a:r>
              <a:rPr dirty="0"/>
              <a:t>- Video conferencing for live classes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DF357-0E0B-2303-D9A1-2CD28915F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A26A7-5471-80EA-5F98-E8BDC2874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Quiz Creation and automated grading</a:t>
            </a:r>
          </a:p>
          <a:p>
            <a:r>
              <a:rPr lang="en-US" dirty="0"/>
              <a:t>File uploads for assignment and notes</a:t>
            </a:r>
          </a:p>
          <a:p>
            <a:r>
              <a:rPr lang="en-US" dirty="0"/>
              <a:t>Real time notifications.</a:t>
            </a:r>
          </a:p>
          <a:p>
            <a:r>
              <a:rPr lang="en-US" dirty="0"/>
              <a:t>Analysis and performance tracking.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280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platform uses:</a:t>
            </a:r>
          </a:p>
          <a:p>
            <a:r>
              <a:rPr dirty="0"/>
              <a:t>- Frontend: React.js (web) + React Native (mobile)</a:t>
            </a:r>
          </a:p>
          <a:p>
            <a:r>
              <a:rPr dirty="0"/>
              <a:t>- Backend: Multiple microservices (Node.js / Python </a:t>
            </a:r>
            <a:r>
              <a:rPr dirty="0" err="1"/>
              <a:t>FastAPI</a:t>
            </a:r>
            <a:r>
              <a:rPr dirty="0"/>
              <a:t>)</a:t>
            </a:r>
          </a:p>
          <a:p>
            <a:r>
              <a:rPr dirty="0"/>
              <a:t>- Storage: AWS S3 for files, PostgreSQL for relational data</a:t>
            </a:r>
          </a:p>
          <a:p>
            <a:r>
              <a:rPr dirty="0"/>
              <a:t>- Video: WebRTC-based video service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0157A-486D-5E25-AA40-59F119C10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Level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FE0BF-263C-5F76-4CB2-AC3B0AD1C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Messaging: RabbitMQ/Kafka for async events</a:t>
            </a:r>
          </a:p>
          <a:p>
            <a:r>
              <a:rPr lang="en-US" dirty="0" err="1"/>
              <a:t>Authetication</a:t>
            </a:r>
            <a:r>
              <a:rPr lang="en-US" dirty="0"/>
              <a:t>: Oauth2+ JWT</a:t>
            </a:r>
          </a:p>
          <a:p>
            <a:r>
              <a:rPr lang="en-US" dirty="0"/>
              <a:t>Deployments: Kubernetes(EKS+GKE+AKS)</a:t>
            </a:r>
          </a:p>
          <a:p>
            <a:r>
              <a:rPr lang="en-US" dirty="0"/>
              <a:t>CI/CD: </a:t>
            </a:r>
            <a:r>
              <a:rPr lang="en-US" dirty="0" err="1"/>
              <a:t>Github</a:t>
            </a:r>
            <a:r>
              <a:rPr lang="en-US" dirty="0"/>
              <a:t> actions+ Helm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402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Microservices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Core Microservices:</a:t>
            </a:r>
          </a:p>
          <a:p>
            <a:r>
              <a:rPr dirty="0"/>
              <a:t>1. Auth Service – Manages user authentication and tokens</a:t>
            </a:r>
          </a:p>
          <a:p>
            <a:r>
              <a:rPr dirty="0"/>
              <a:t>2. User Service – Manages profiles, roles, permissions</a:t>
            </a:r>
          </a:p>
          <a:p>
            <a:r>
              <a:rPr dirty="0"/>
              <a:t>3. Course Service – Handles course creation, updates</a:t>
            </a:r>
          </a:p>
          <a:p>
            <a:r>
              <a:rPr dirty="0"/>
              <a:t>4. Content Service – Manages uploaded content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7A017-8AEF-6F9C-E965-315690FA2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Microservices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CEB4A-F814-7EDE-0C67-404FD69D2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Video Services: LIVE Classes, Video Steaming</a:t>
            </a:r>
          </a:p>
          <a:p>
            <a:r>
              <a:rPr lang="en-US" dirty="0"/>
              <a:t>Quiz Service: Quizzes , Grading</a:t>
            </a:r>
          </a:p>
          <a:p>
            <a:r>
              <a:rPr lang="en-US" dirty="0"/>
              <a:t>Notification Service: Emails, Push Notification</a:t>
            </a:r>
          </a:p>
          <a:p>
            <a:r>
              <a:rPr lang="en-US" dirty="0"/>
              <a:t>Analytics Service: Reports and insights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671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UML Diagrams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735E2E-0569-1E4A-05D2-C2C9B4CFB8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7916779" cy="5063032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Database: PostgreSQL</a:t>
            </a:r>
          </a:p>
          <a:p>
            <a:r>
              <a:rPr dirty="0"/>
              <a:t>Main Tables:</a:t>
            </a:r>
          </a:p>
          <a:p>
            <a:r>
              <a:rPr dirty="0"/>
              <a:t>- users</a:t>
            </a:r>
          </a:p>
          <a:p>
            <a:r>
              <a:rPr dirty="0"/>
              <a:t>- roles</a:t>
            </a:r>
          </a:p>
          <a:p>
            <a:r>
              <a:rPr dirty="0"/>
              <a:t>- courses</a:t>
            </a:r>
          </a:p>
          <a:p>
            <a:r>
              <a:rPr dirty="0"/>
              <a:t>- contents</a:t>
            </a:r>
          </a:p>
          <a:p>
            <a:r>
              <a:rPr dirty="0"/>
              <a:t>- quizzes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75300-1EF2-4B54-ECC7-A41B3D521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Schema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8775C-6C2D-8E79-A8F1-A0294E90D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quiz_results</a:t>
            </a:r>
            <a:endParaRPr lang="en-US" dirty="0"/>
          </a:p>
          <a:p>
            <a:r>
              <a:rPr lang="en-US" dirty="0"/>
              <a:t>notifications</a:t>
            </a:r>
          </a:p>
          <a:p>
            <a:r>
              <a:rPr lang="en-US" dirty="0" err="1"/>
              <a:t>analytics_logs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534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OpenAPI 3.0 (Swagger) Specification:</a:t>
            </a:r>
          </a:p>
          <a:p>
            <a:r>
              <a:t>- Auth: /login, /register, /refresh</a:t>
            </a:r>
          </a:p>
          <a:p>
            <a:r>
              <a:t>- Users: /users, /users/{id}</a:t>
            </a:r>
          </a:p>
          <a:p>
            <a:r>
              <a:t>- Courses: /courses, /courses/{id}</a:t>
            </a:r>
          </a:p>
          <a:p>
            <a:r>
              <a:t>- Content: /content, /content/{id}</a:t>
            </a:r>
          </a:p>
          <a:p>
            <a:r>
              <a:t>- Video: /video/start, /video/end</a:t>
            </a:r>
          </a:p>
          <a:p>
            <a:r>
              <a:t>- Quiz: /quiz, /quiz/{id}, /quiz/{id}/submit</a:t>
            </a:r>
          </a:p>
          <a:p>
            <a:r>
              <a:t>- Notifications: /notify, /subscribe</a:t>
            </a:r>
          </a:p>
          <a:p>
            <a:r>
              <a:t>- Analytics: /analytics, /analytics/{id}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Kubernetes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Deployment Flow:</a:t>
            </a:r>
          </a:p>
          <a:p>
            <a:pPr marL="0" indent="0">
              <a:buNone/>
            </a:pPr>
            <a:r>
              <a:rPr dirty="0"/>
              <a:t>1. </a:t>
            </a:r>
            <a:r>
              <a:rPr dirty="0" err="1"/>
              <a:t>Dockerize</a:t>
            </a:r>
            <a:r>
              <a:rPr dirty="0"/>
              <a:t> each microservice</a:t>
            </a:r>
          </a:p>
          <a:p>
            <a:pPr marL="0" indent="0">
              <a:buNone/>
            </a:pPr>
            <a:r>
              <a:rPr dirty="0"/>
              <a:t>2. Push images to container registry</a:t>
            </a:r>
          </a:p>
          <a:p>
            <a:pPr marL="0" indent="0">
              <a:buNone/>
            </a:pPr>
            <a:r>
              <a:rPr dirty="0"/>
              <a:t>3. Deploy using Helm charts</a:t>
            </a:r>
          </a:p>
          <a:p>
            <a:pPr marL="0" indent="0">
              <a:buNone/>
            </a:pPr>
            <a:r>
              <a:rPr dirty="0"/>
              <a:t>4. Expose services via Ingress</a:t>
            </a:r>
          </a:p>
          <a:p>
            <a:pPr marL="0" indent="0">
              <a:buNone/>
            </a:pPr>
            <a:r>
              <a:rPr dirty="0"/>
              <a:t>5. Use HPA for auto-scaling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Terraform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Terraform creates:</a:t>
            </a:r>
          </a:p>
          <a:p>
            <a:r>
              <a:t>- Kubernetes Cluster (EKS/GKE/AKS)</a:t>
            </a:r>
          </a:p>
          <a:p>
            <a:r>
              <a:t>- S3 Buckets for content</a:t>
            </a:r>
          </a:p>
          <a:p>
            <a:r>
              <a:t>- RDS PostgreSQL for relational data</a:t>
            </a:r>
          </a:p>
          <a:p>
            <a:r>
              <a:t>- IAM roles and permissions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CI/CD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Pipeline Stages:</a:t>
            </a:r>
          </a:p>
          <a:p>
            <a:pPr marL="0" indent="0">
              <a:buNone/>
            </a:pPr>
            <a:r>
              <a:rPr lang="en-US" dirty="0"/>
              <a:t>1.</a:t>
            </a:r>
            <a:r>
              <a:rPr dirty="0"/>
              <a:t> Code checkout</a:t>
            </a:r>
          </a:p>
          <a:p>
            <a:pPr marL="0" indent="0">
              <a:buNone/>
            </a:pPr>
            <a:r>
              <a:rPr dirty="0"/>
              <a:t>2. Build &amp; test</a:t>
            </a:r>
          </a:p>
          <a:p>
            <a:pPr marL="0" indent="0">
              <a:buNone/>
            </a:pPr>
            <a:r>
              <a:rPr dirty="0"/>
              <a:t>3. Docker build &amp; push</a:t>
            </a:r>
          </a:p>
          <a:p>
            <a:pPr marL="0" indent="0">
              <a:buNone/>
            </a:pPr>
            <a:r>
              <a:rPr dirty="0"/>
              <a:t>4. Helm upgrade/install</a:t>
            </a:r>
          </a:p>
          <a:p>
            <a:pPr marL="0" indent="0">
              <a:buNone/>
            </a:pPr>
            <a:r>
              <a:rPr dirty="0"/>
              <a:t>5. Post-deployment verification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Scalability:</a:t>
            </a:r>
          </a:p>
          <a:p>
            <a:r>
              <a:t>- Kubernetes HPA</a:t>
            </a:r>
          </a:p>
          <a:p>
            <a:r>
              <a:t>- CDN for static content</a:t>
            </a:r>
          </a:p>
          <a:p>
            <a:r>
              <a:t>- Async event processing</a:t>
            </a:r>
          </a:p>
          <a:p>
            <a:endParaRPr/>
          </a:p>
          <a:p>
            <a:r>
              <a:t>Security:</a:t>
            </a:r>
          </a:p>
          <a:p>
            <a:r>
              <a:t>- HTTPS everywhere</a:t>
            </a:r>
          </a:p>
          <a:p>
            <a:r>
              <a:t>- JWT &amp; RBAC</a:t>
            </a:r>
          </a:p>
          <a:p>
            <a:r>
              <a:t>- Encrypted data storage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1140</TotalTime>
  <Words>490</Words>
  <Application>Microsoft Office PowerPoint</Application>
  <PresentationFormat>On-screen Show (4:3)</PresentationFormat>
  <Paragraphs>90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E-Learning Platform - Microservices Architecture</vt:lpstr>
      <vt:lpstr>Introduction</vt:lpstr>
      <vt:lpstr>Introduction</vt:lpstr>
      <vt:lpstr>High-Level Architecture</vt:lpstr>
      <vt:lpstr>High Level Architecture</vt:lpstr>
      <vt:lpstr>Microservices Overview</vt:lpstr>
      <vt:lpstr>Microservices Overview</vt:lpstr>
      <vt:lpstr>UML Diagrams</vt:lpstr>
      <vt:lpstr>Database Schema</vt:lpstr>
      <vt:lpstr>Database Schema</vt:lpstr>
      <vt:lpstr>API Structure</vt:lpstr>
      <vt:lpstr>Kubernetes Deployment</vt:lpstr>
      <vt:lpstr>Terraform Infrastructure</vt:lpstr>
      <vt:lpstr>CI/CD Pipeline</vt:lpstr>
      <vt:lpstr>Scalability &amp; Security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Tridib H</cp:lastModifiedBy>
  <cp:revision>8</cp:revision>
  <dcterms:created xsi:type="dcterms:W3CDTF">2013-01-27T09:14:16Z</dcterms:created>
  <dcterms:modified xsi:type="dcterms:W3CDTF">2025-08-11T03:05:53Z</dcterms:modified>
  <cp:category/>
</cp:coreProperties>
</file>